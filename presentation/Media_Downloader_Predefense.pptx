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f9dc89349ef435f" /><Relationship Type="http://schemas.openxmlformats.org/officeDocument/2006/relationships/extended-properties" Target="/docProps/app.xml" Id="Rfb994f5fe3e342b5" /><Relationship Type="http://schemas.openxmlformats.org/officeDocument/2006/relationships/officeDocument" Target="/ppt/presentation.xml" Id="Rc7385b3437c944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cd678e037f4d24"/>
  </p:sldMasterIdLst>
  <p:notesMasterIdLst>
    <p:notesMasterId xmlns:r="http://schemas.openxmlformats.org/officeDocument/2006/relationships" r:id="Rac0340c08ca24685"/>
  </p:notesMasterIdLst>
  <p:sldIdLst>
    <p:sldId xmlns:r="http://schemas.openxmlformats.org/officeDocument/2006/relationships" id="256" r:id="Rcb9f0b22bfab4560"/>
    <p:sldId xmlns:r="http://schemas.openxmlformats.org/officeDocument/2006/relationships" id="257" r:id="R838d842c16b94609"/>
    <p:sldId xmlns:r="http://schemas.openxmlformats.org/officeDocument/2006/relationships" id="258" r:id="Rf9828cebaca44c82"/>
    <p:sldId xmlns:r="http://schemas.openxmlformats.org/officeDocument/2006/relationships" id="259" r:id="Rd5ae627aced748c1"/>
    <p:sldId xmlns:r="http://schemas.openxmlformats.org/officeDocument/2006/relationships" id="260" r:id="R11be227449614f39"/>
    <p:sldId xmlns:r="http://schemas.openxmlformats.org/officeDocument/2006/relationships" id="261" r:id="Rb9fca00533b94ccd"/>
    <p:sldId xmlns:r="http://schemas.openxmlformats.org/officeDocument/2006/relationships" id="262" r:id="R5c336eca668f411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2e29b19f114ce7" /><Relationship Type="http://schemas.openxmlformats.org/officeDocument/2006/relationships/slideMaster" Target="/ppt/slideMasters/slideMaster1.xml" Id="R8ecd678e037f4d24" /><Relationship Type="http://schemas.openxmlformats.org/officeDocument/2006/relationships/notesMaster" Target="/ppt/notesMasters/notesMaster1.xml" Id="Rac0340c08ca24685" /><Relationship Type="http://schemas.openxmlformats.org/officeDocument/2006/relationships/presProps" Target="/ppt/presProps.xml" Id="Ra7290c81caca43fc" /><Relationship Type="http://schemas.openxmlformats.org/officeDocument/2006/relationships/tableStyles" Target="/ppt/tableStyles.xml" Id="R57e02d5881d0463e" /><Relationship Type="http://schemas.openxmlformats.org/officeDocument/2006/relationships/slide" Target="/ppt/slides/slide1.xml" Id="Rcb9f0b22bfab4560" /><Relationship Type="http://schemas.openxmlformats.org/officeDocument/2006/relationships/slide" Target="/ppt/slides/slide2.xml" Id="R838d842c16b94609" /><Relationship Type="http://schemas.openxmlformats.org/officeDocument/2006/relationships/slide" Target="/ppt/slides/slide3.xml" Id="Rf9828cebaca44c82" /><Relationship Type="http://schemas.openxmlformats.org/officeDocument/2006/relationships/slide" Target="/ppt/slides/slide4.xml" Id="Rd5ae627aced748c1" /><Relationship Type="http://schemas.openxmlformats.org/officeDocument/2006/relationships/slide" Target="/ppt/slides/slide5.xml" Id="R11be227449614f39" /><Relationship Type="http://schemas.openxmlformats.org/officeDocument/2006/relationships/slide" Target="/ppt/slides/slide6.xml" Id="Rb9fca00533b94ccd" /><Relationship Type="http://schemas.openxmlformats.org/officeDocument/2006/relationships/slide" Target="/ppt/slides/slide7.xml" Id="R5c336eca668f41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f23587c8dd44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d6f05babdc3466b" /><Relationship Type="http://schemas.openxmlformats.org/officeDocument/2006/relationships/notesMaster" Target="/ppt/notesMasters/notesMaster1.xml" Id="R01df18461b6f4d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725d2a3aae4804" /><Relationship Type="http://schemas.openxmlformats.org/officeDocument/2006/relationships/notesMaster" Target="/ppt/notesMasters/notesMaster1.xml" Id="Rb23d840ddbb149b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ab673d63cce467b" /><Relationship Type="http://schemas.openxmlformats.org/officeDocument/2006/relationships/notesMaster" Target="/ppt/notesMasters/notesMaster1.xml" Id="Rf47648f9180448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63dc51116c4dd4" /><Relationship Type="http://schemas.openxmlformats.org/officeDocument/2006/relationships/notesMaster" Target="/ppt/notesMasters/notesMaster1.xml" Id="Re9bef9660fb748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0a3c320ff9f4eef" /><Relationship Type="http://schemas.openxmlformats.org/officeDocument/2006/relationships/notesMaster" Target="/ppt/notesMasters/notesMaster1.xml" Id="Rc39655b19150493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c303b27ee34482" /><Relationship Type="http://schemas.openxmlformats.org/officeDocument/2006/relationships/notesMaster" Target="/ppt/notesMasters/notesMaster1.xml" Id="Rdd8beb908ff642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df701b450f45a2" /><Relationship Type="http://schemas.openxmlformats.org/officeDocument/2006/relationships/notesMaster" Target="/ppt/notesMasters/notesMaster1.xml" Id="Ra13c4ce1be5a4a6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Короткое вступление: назвать себя и проект. Это учебное веб-приложение для работы с доступными видео YouTube, выбора качества и сохранения истории.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Объяснить задачу без обещания, что скачивается любое видео. Пользователь указывает ссылку, приложение показывает найденные разрешения и предлагает загрузить один из доступных вариантов.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Пройти по четырём этапам. Уточнить, что данные истории принадлежат аккаунту. При повторной загрузке приложение заново проверяет, доступно ли сохранённое качество.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Обратить внимание: yt-dlp выполняет работу с YouTube. Redis сам не скачивает файл, он хранит изменяющийся статус. База данных хранит аккаунты и историю. JavaScript периодически спрашивает FastAPI о прогрессе.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Не просто перечислить технологии, а объяснить их роли. Например: Redis нужен для быстро меняющегося статуса, SQLite для аккаунтов и истории, а Docker Compose поднимает приложение и Redis вместе.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Показать эти файлы в репозитории. main.py — координация веб-логики, youtube.py — интеграция с yt-dlp. Фронтенд здесь серверно сформирован: HTML-шаблоны Jinja2, CSS и небольшой JavaScript.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Завершить конкретно: в рамках дипломного проекта реализованы аккаунт, получение форматов, фоновая загрузка, прогресс и история. Честно обозначить внешнюю зависимость от YouTube и назвать дальнейшие улучшения.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c3c0b1c28a447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a9d0da580432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513be2d80b48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5ef21097c545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42a4922ed447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aab4b23de440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26632C-F976-4067-AE6E-032D843755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34373A0-459B-4AC6-B636-BED6C13B650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DB33E11-3008-4444-A4A5-56D038E70A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83EE838-E651-45D4-9AC1-1145393B6CF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6A39D85-4160-461B-9892-7973D4EB9D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EAFEAAA-2E00-4084-A615-6E37C27963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275539-8FAC-4FE9-B069-810E905BB8B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7518EA1-B94F-4576-8BFC-EE95BE6D163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FF2242-0A6B-40CC-8222-003EDF5F0A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28BAD6-3D6D-4AD8-92B8-8939F29A6D9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7d615348104688" /><Relationship Type="http://schemas.openxmlformats.org/officeDocument/2006/relationships/slideLayout" Target="/ppt/slideLayouts/slideLayout1.xml" Id="R69281dc21d9e4857" /><Relationship Type="http://schemas.openxmlformats.org/officeDocument/2006/relationships/slideLayout" Target="/ppt/slideLayouts/slideLayout2.xml" Id="R4882402348f045be" /><Relationship Type="http://schemas.openxmlformats.org/officeDocument/2006/relationships/slideLayout" Target="/ppt/slideLayouts/slideLayout3.xml" Id="Re82b9989dad2495b" /><Relationship Type="http://schemas.openxmlformats.org/officeDocument/2006/relationships/slideLayout" Target="/ppt/slideLayouts/slideLayout4.xml" Id="R41eabdb348554175" /><Relationship Type="http://schemas.openxmlformats.org/officeDocument/2006/relationships/slideLayout" Target="/ppt/slideLayouts/slideLayout5.xml" Id="Rd873d12364c84a69" /><Relationship Type="http://schemas.openxmlformats.org/officeDocument/2006/relationships/slideLayout" Target="/ppt/slideLayouts/slideLayout6.xml" Id="R431bb6c4733e493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281dc21d9e4857"/>
    <p:sldLayoutId xmlns:r="http://schemas.openxmlformats.org/officeDocument/2006/relationships" id="2147483650" r:id="R4882402348f045be"/>
    <p:sldLayoutId xmlns:r="http://schemas.openxmlformats.org/officeDocument/2006/relationships" id="2147483651" r:id="Re82b9989dad2495b"/>
    <p:sldLayoutId xmlns:r="http://schemas.openxmlformats.org/officeDocument/2006/relationships" id="2147483652" r:id="R41eabdb348554175"/>
    <p:sldLayoutId xmlns:r="http://schemas.openxmlformats.org/officeDocument/2006/relationships" id="2147483653" r:id="Rd873d12364c84a69"/>
    <p:sldLayoutId xmlns:r="http://schemas.openxmlformats.org/officeDocument/2006/relationships" id="2147483654" r:id="R431bb6c4733e493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83d8ab954842d4" /><Relationship Type="http://schemas.openxmlformats.org/officeDocument/2006/relationships/notesSlide" Target="/ppt/notesSlides/notesSlide1.xml" Id="R2f565195d7da4c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9a7ada6da941c7" /><Relationship Type="http://schemas.openxmlformats.org/officeDocument/2006/relationships/notesSlide" Target="/ppt/notesSlides/notesSlide2.xml" Id="Ra811ef9be12b42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2b03823db74c7a" /><Relationship Type="http://schemas.openxmlformats.org/officeDocument/2006/relationships/notesSlide" Target="/ppt/notesSlides/notesSlide3.xml" Id="Rc83ae9891608479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797555c17a40e6" /><Relationship Type="http://schemas.openxmlformats.org/officeDocument/2006/relationships/notesSlide" Target="/ppt/notesSlides/notesSlide4.xml" Id="R7f0e50e4c18d4a9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382840a6174cc6" /><Relationship Type="http://schemas.openxmlformats.org/officeDocument/2006/relationships/notesSlide" Target="/ppt/notesSlides/notesSlide5.xml" Id="R60f09805f96744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5f6b6e091444aa" /><Relationship Type="http://schemas.openxmlformats.org/officeDocument/2006/relationships/notesSlide" Target="/ppt/notesSlides/notesSlide6.xml" Id="R403edc70752540a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13feab0ffbe4a17" /><Relationship Type="http://schemas.openxmlformats.org/officeDocument/2006/relationships/notesSlide" Target="/ppt/notesSlides/notesSlide7.xml" Id="Rbc1c877691814e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96019-925D-4FFC-AF84-22CB1F8ED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55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ДИПЛОМНЫЙ ПРОЕКТ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66106-D18E-4622-8560-9953144F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239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127"/>
          </a:bodyPr>
          <a:lstStyle xmlns:a="http://schemas.openxmlformats.org/drawingml/2006/main">
            <a:defPPr algn="l">
              <a:defRPr sz="88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88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88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MEDIA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726B8-688F-42EC-8259-90711135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1038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54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95000"/>
              </a:lnSpc>
              <a:buNone/>
              <a:defRPr sz="54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26CD93-FDC6-4B58-984D-EAF32ABC3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3860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62F407-D3FC-4A1A-8B0D-6CB934A72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8001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2100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Веб-приложение для получения доступных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2100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форматов видео и загрузки выбранного файла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B01BAD-8633-4BF3-9479-E724996D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Серик Нурсат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8DAEE-60E5-43E3-8334-92912B87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5667375"/>
            <a:ext cx="2619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PYTHON  /  FASTAPI</a:t>
            </a:r>
          </a:p>
        </p:txBody>
      </p:sp>
    </p:spTree>
    <p:extLst>
      <p:ext uri="{BB962C8B-B14F-4D97-AF65-F5344CB8AC3E}">
        <p14:creationId xmlns:p14="http://schemas.microsoft.com/office/powerpoint/2010/main" val="13732436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C55EA7-0BDD-43AC-8943-39DE7282F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Задача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602470-4F04-45B1-B5E7-15347E4B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D9FA78-8A64-4257-8777-7FB07388B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MEDIA 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51E4A0-0560-4860-A4B7-BBDB1EBE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7477"/>
                </a:solidFill>
                <a:latin typeface="Arial"/>
                <a:ea typeface="Arial"/>
                <a:cs typeface="Arial"/>
              </a:rPr>
              <a:t>02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1EC52A-FBE8-44DF-9D4A-8CB80AC2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048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3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Офлайн-доступ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43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к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91EEF5-E55F-48F0-BAE5-827934D3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668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Цель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8C2B06-07A8-48C9-B466-3E74A643B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476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4721"/>
          </a:bodyPr>
          <a:lstStyle xmlns:a="http://schemas.openxmlformats.org/drawingml/2006/main">
            <a:defPPr algn="l">
              <a:defRPr sz="232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0000"/>
              </a:lnSpc>
              <a:buNone/>
              <a:defRPr sz="232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Собрать простой путь от ссылки до готового MP4-файла.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C16526-C180-4AD0-A024-DDB9E690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623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90F90F-02F9-4062-8ECC-24E408C6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СЦЕНАРИЙ ПОЛЬЗОВАТЕЛЯ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4DC417-C5E7-4D29-9A35-98E72435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Ссылка на YouTube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CCA9D3-90C8-4B07-A507-A86075F7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6291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Доступное качество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1BC69-7392-46F4-9820-F670EA069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Загрузка и история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27E8DB-93C2-45DE-A651-D82F6F81F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958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764971-146D-4876-813F-276621467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53050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Приложение работает только с видео и форматами, которые доступны для обработки.</a:t>
            </a:r>
          </a:p>
        </p:txBody>
      </p:sp>
    </p:spTree>
    <p:extLst>
      <p:ext uri="{BB962C8B-B14F-4D97-AF65-F5344CB8AC3E}">
        <p14:creationId xmlns:p14="http://schemas.microsoft.com/office/powerpoint/2010/main" val="14379933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DA7F89B-91D3-4993-AB5B-387F1B0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Путь пользователя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5F21A7-58E8-4933-895F-8364137E5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D34D8D-2C6A-422C-8A40-6BA93E1E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MEDIA 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1C0DF6-B79A-4DCA-80D6-23E977B2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7477"/>
                </a:solidFill>
                <a:latin typeface="Arial"/>
                <a:ea typeface="Arial"/>
                <a:cs typeface="Arial"/>
              </a:rPr>
              <a:t>03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E460B-C3D8-4139-8A39-35080021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24100"/>
            <a:ext cx="8439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563011-D847-4495-9DC9-AD96A25D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38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DF5835-FBC1-4C54-B261-F4F80863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00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E6FB17-D676-4D5B-A01B-63EFE5C6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Ссылка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641A9E-2A75-4F66-BB17-D11EB430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Пользователь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вставляет URL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3FA63-4277-4EA6-8348-D2492311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38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4A072-AFEA-4676-BC55-C728E271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200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FBBF93-B58B-4EF4-AC96-DA7E66CE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Анализ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79F686-6DAB-48EF-BFFF-31664C51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yt-dlp получает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сведения о видео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0F3082-9C89-41BB-A245-6F0E26AB3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38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AC9B1-D934-43BF-BF8B-021E44E58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00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5885E8-97B5-4753-8451-F7ED1D5E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Выбор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CBEDFF-AAF4-4729-8668-046CCC0D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195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Показываются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доступные качества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CBFBCA-58F9-4AF7-AB5E-A9C2262A6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0383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C6F36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A1BE56-6135-4C17-8EF8-9851CAE3C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200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4E0A9C-2E88-4CFA-8256-DA9064A2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Результат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9D200-A9F1-4DA1-84CE-E2E835900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19500"/>
            <a:ext cx="2152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Файл MP4 и запись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в личной истории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8B9074-DF4E-4F26-BC6D-74FB0D0D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80267C-2234-4DB7-89A1-411942D15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650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Аккаунт связывает загрузки с историей конкретного пользователя.</a:t>
            </a:r>
          </a:p>
        </p:txBody>
      </p:sp>
    </p:spTree>
    <p:extLst>
      <p:ext uri="{BB962C8B-B14F-4D97-AF65-F5344CB8AC3E}">
        <p14:creationId xmlns:p14="http://schemas.microsoft.com/office/powerpoint/2010/main" val="826732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CBA202-533A-46EA-8714-2BD54CB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Основная логика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319A0D-3B06-495D-A3C1-285D2323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E42C9-96DB-4623-9EB6-95DEF23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MEDIA 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81874-DA4F-4FA2-BBB3-F67F976DF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7477"/>
                </a:solidFill>
                <a:latin typeface="Arial"/>
                <a:ea typeface="Arial"/>
                <a:cs typeface="Arial"/>
              </a:rPr>
              <a:t>04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8C4195-F3BA-482F-AFFB-BEC3F9F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609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От запроса до готового файла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F4A49-0182-42D9-8C5C-7AEA1EED9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81250"/>
            <a:ext cx="8553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ECB88-937F-4A14-A665-0EB9B5D7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68FFE9-0616-4C25-A31D-091AB0CF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90125C-D3FD-46AF-92C1-BA805184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12927-97AB-490A-B246-0A7FB6B8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принимает URL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и запускает запрос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56551F-1FD7-45E0-B805-28811BE72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8550F5-B319-40C6-944A-AA08E8198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2574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C126E0-6771-49BE-BE4B-90A10D88D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52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yt-dlp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A6E4B7-B250-4005-A44A-200D41D2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290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читает сведения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и доступные форматы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C654D0-295C-422E-A811-0B15A696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32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DAF650-3830-4534-8CCF-A1D6BD48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A5A7A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EDD3FF-29F9-4434-892F-1CB725FC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Загрузка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D0C68E-BA3D-4C02-B9C8-13736E0B0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4290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идёт в фоновой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задаче с прогрессом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EB050F-9272-4BFD-8B64-BB5CAE4F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90A0C"/>
          </a:solidFill>
          <a:ln xmlns:a="http://schemas.openxmlformats.org/drawingml/2006/main" w="19050">
            <a:solidFill>
              <a:srgbClr val="C6F36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36AF28-97F8-40AF-A0A0-258A8053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00DD1D-84D9-4496-A8D1-1FA07BA57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52750"/>
            <a:ext cx="228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1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MP4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FFDF3-5CFF-4F8F-BCF8-697CA3B16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429000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82"/>
          </a:bodyPr>
          <a:lstStyle xmlns:a="http://schemas.openxmlformats.org/drawingml/2006/main">
            <a:defPPr algn="l"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FFmpeg соединяет</a:t>
            </a:r>
          </a:p>
          <a:p xmlns:a="http://schemas.openxmlformats.org/drawingml/2006/main">
            <a:pPr algn="l">
              <a:lnSpc>
                <a:spcPct val="114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потоки при необходимости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A3CA03-F265-4C18-9745-B0D34D7C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7D793-146B-40D3-9E1E-A8A5E482A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33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Redis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7E569E5-8680-412A-8FD7-B9F9FAE7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768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временный статус и прогресс задачи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DDC860F-9DA2-4812-BFF5-0A08D992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8768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SQLite / PostgreSQL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D861F6-6115-41FA-B129-574FD8830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76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аккаунты и история загрузок</a:t>
            </a:r>
          </a:p>
        </p:txBody>
      </p:sp>
    </p:spTree>
    <p:extLst>
      <p:ext uri="{BB962C8B-B14F-4D97-AF65-F5344CB8AC3E}">
        <p14:creationId xmlns:p14="http://schemas.microsoft.com/office/powerpoint/2010/main" val="13851605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F76CE4-D909-4EA0-8096-CD22C2E3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Технологии проекта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F0313-B2D8-46BC-B100-E265D35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7749D5-705A-4547-ADB9-DB65F0B5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MEDIA 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6F7A9-9806-49EF-BD94-A138E66E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7477"/>
                </a:solidFill>
                <a:latin typeface="Arial"/>
                <a:ea typeface="Arial"/>
                <a:cs typeface="Arial"/>
              </a:rPr>
              <a:t>05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7DD36A-1C80-4BC8-AFE2-B6DADCF4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4573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E31A6-5602-407C-9ACE-CE879A8A4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4287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Python + FastAPI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7D65A0-145B-4DA0-97EB-B8D18F35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4668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серверные маршруты, формы, сессии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278ED2-7A83-4231-954A-F84FADD6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9145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18B33-33E5-4D34-B198-6615986B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2264F2-DC1E-4EB5-A33B-EF9BFB903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621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Jinja2 + HTML/CSS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9FDC3D-F905-4BE2-9685-C4BCB536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2002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страницы и оформление интерфейса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73E69-9781-4A86-BA96-03630750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4795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45AACC-C70F-43ED-9112-391429DAC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2417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136F38-1856-4F9C-ADDC-CFBDDCD2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JavaScript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200485-8CA4-419D-8EBF-6A0369003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9337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обновление статуса и прогресса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0D7A44-195E-4904-A884-64F9E80D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8137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C1625C-D3B8-444D-A613-D4F67566C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5760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EAEBAB-7375-4633-9959-351CB43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290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yt-dlp + FFmpeg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E76354-C58A-4AE5-A4F6-F621C82E5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66712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получение форматов и сборка MP4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8B5B21-ABF8-4D26-8F05-E4E36CBF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148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43BB7B-F294-4005-83D5-6B658818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91025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F0124-6FA6-4FA1-A8AE-FC3EDB04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624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Redis + SQLite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FA16FD-AD14-4EAC-ABD2-2B5E7817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4005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статус задач, аккаунты и история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1F2D2-4EE2-4659-B840-1D8D49E5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48225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B2790A-B030-4CC5-A706-B9565316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244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84517C-6DB6-467E-B2E0-5B073FCE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9587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FDC14C-1813-4FFF-B548-9DDA1F72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5133975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единый запуск приложения и Redis</a:t>
            </a:r>
          </a:p>
        </p:txBody>
      </p:sp>
    </p:spTree>
    <p:extLst>
      <p:ext uri="{BB962C8B-B14F-4D97-AF65-F5344CB8AC3E}">
        <p14:creationId xmlns:p14="http://schemas.microsoft.com/office/powerpoint/2010/main" val="80619971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3BF003-D279-4D0C-902C-814426379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Структура приложения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F1AEA4-AEA5-4ECE-A20E-723BEF9F2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C6CD3-AC89-4C4E-B48B-36B03B7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MEDIA 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395819-B65E-4532-B93F-5F1FFD57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7477"/>
                </a:solidFill>
                <a:latin typeface="Arial"/>
                <a:ea typeface="Arial"/>
                <a:cs typeface="Arial"/>
              </a:rPr>
              <a:t>06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FC036-740B-4148-A5EA-860BC70C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app/main.py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DD51BD-FC94-42F3-A203-0CEA62F01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621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main.py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A3519-B39F-4A11-8DA0-9214ADE04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479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E61C31-0B44-4D25-A5B6-970748945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146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Связывает страницы,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пользователей, базу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и задачи загрузки.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2E081-058C-4B87-AFAC-70B3F437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62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app/services/youtube.py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C122A-FCC8-4EE5-AB1E-785F7D86A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621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youtube.py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7A4C28-5531-4055-8030-074CA15F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FBDC09-D965-4A46-9F53-1FA41D5D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146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Настраивает yt-dlp,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получает форматы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и скачивает файл.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DAD2F-2154-4801-BBAA-98A9F2280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62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templates + static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AED93-9902-475E-AF87-291EDDFFD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621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5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5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Интерфейс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198C3D-D225-461D-9FF1-A6C28BBF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47950"/>
            <a:ext cx="3124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112534-453E-432F-BBBA-DDFD0BD0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14650"/>
            <a:ext cx="3238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HTML-шаблоны, CSS</a:t>
            </a:r>
          </a:p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и JavaScript прогресса.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C27FD6-469D-4D88-B18F-F9169C9B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ABFAD-8C98-4F7B-8647-C02D819A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53000"/>
            <a:ext cx="1809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Dockerfile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8B18D-17A9-4F86-A666-D40F77FFE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768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собирает окружение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0422D9-61EF-4BAA-8D74-EAD08D9F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953000"/>
            <a:ext cx="2000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compose.yaml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98C980-6217-4F82-9670-38ECC83E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2768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запускает сервисы вместе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7EB41C-E807-4E5C-B420-356300713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953000"/>
            <a:ext cx="1619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app.js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A4854E-0319-456A-949E-C535C313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52768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обновляет прогресс в браузере</a:t>
            </a:r>
          </a:p>
        </p:txBody>
      </p:sp>
    </p:spTree>
    <p:extLst>
      <p:ext uri="{BB962C8B-B14F-4D97-AF65-F5344CB8AC3E}">
        <p14:creationId xmlns:p14="http://schemas.microsoft.com/office/powerpoint/2010/main" val="8732963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90A0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395FB-4A26-444A-9165-C9E23396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Результат и границы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CBFE9-C681-4218-B6FB-11C209F4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05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538E51-DE4E-4BE0-AB7F-1DF58442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07477"/>
                </a:solidFill>
                <a:latin typeface="Arial"/>
                <a:ea typeface="Arial"/>
                <a:cs typeface="Arial"/>
              </a:rPr>
              <a:t>MEDIA DOWNLOADER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16B34C-9A76-4DA6-9161-39E3C529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5795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r"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lnSpc>
                <a:spcPct val="108000"/>
              </a:lnSpc>
              <a:buNone/>
              <a:defRPr sz="975" b="0">
                <a:solidFill>
                  <a:srgbClr val="707477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707477"/>
                </a:solidFill>
                <a:latin typeface="Arial"/>
                <a:ea typeface="Arial"/>
                <a:cs typeface="Arial"/>
              </a:rPr>
              <a:t>07 /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BD6F1-8CC5-4F9A-90C6-4D7C462B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9700"/>
            <a:ext cx="5143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39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Полный путь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390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от ссылки до файла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DF59BF-6625-4D50-8BFE-0D4E37B7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4287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Уже реализовано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22CA7-3BCF-45B2-8278-9E76CE7F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14525"/>
            <a:ext cx="4953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Регистрация и вход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Выбор доступного качества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Фоновая загрузка и прогресс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3F4F2"/>
                </a:solidFill>
                <a:latin typeface="Arial"/>
                <a:ea typeface="Arial"/>
                <a:cs typeface="Arial"/>
              </a:rPr>
              <a:t>История, повторная загрузка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95F3C7-F3BD-4E76-B702-0D62675A0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2363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C0F0D6-967B-48F9-A67A-39D91503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05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6F36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6F36A"/>
                </a:solidFill>
                <a:latin typeface="Arial"/>
                <a:ea typeface="Arial"/>
                <a:cs typeface="Arial"/>
              </a:rPr>
              <a:t>Ограничение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8BF2A7-72A9-432D-9E0D-DDF0D414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43450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3F4F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3F4F2"/>
                </a:solidFill>
                <a:latin typeface="Arial"/>
                <a:ea typeface="Arial"/>
                <a:cs typeface="Arial"/>
              </a:rPr>
              <a:t>Форматы и скачивание зависят от доступности видео и ограничений YouTube.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3C07D3-49CE-4FE5-BAA9-8C04A9BC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42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A5A7A8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A5A7A8"/>
                </a:solidFill>
                <a:latin typeface="Arial"/>
                <a:ea typeface="Arial"/>
                <a:cs typeface="Arial"/>
              </a:rPr>
              <a:t>Дальше: надёжная очередь задач и постоянное хранилище файлов.</a:t>
            </a:r>
          </a:p>
        </p:txBody>
      </p:sp>
    </p:spTree>
    <p:extLst>
      <p:ext uri="{BB962C8B-B14F-4D97-AF65-F5344CB8AC3E}">
        <p14:creationId xmlns:p14="http://schemas.microsoft.com/office/powerpoint/2010/main" val="16047072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2026-10-15T12:35:46.0850000Z</dcterms:created>
  <dcterms:modified xsi:type="dcterms:W3CDTF">2026-10-15T12:35:46.0850000Z</dcterms:modified>
</coreProperties>
</file>